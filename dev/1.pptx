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88EC"/>
    <a:srgbClr val="A58FED"/>
    <a:srgbClr val="7150DC"/>
    <a:srgbClr val="A892EE"/>
    <a:srgbClr val="180070"/>
    <a:srgbClr val="7F5FE7"/>
    <a:srgbClr val="2700B8"/>
    <a:srgbClr val="683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E951D-B0AC-40EC-B1B6-D85C21F02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EE0C73-0C0B-6641-AEDF-466E1DEF8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EDF72-5FD9-15D8-A20B-5C728586B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6AD7-8BA3-4696-B768-E26249AB676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3B1A-A657-F4AD-12DD-10D900B3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EE562-A6A9-8680-E5A1-D1E5FF5F1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DB72-A146-48BD-8769-83D79814C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325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16-8AAE-5E8F-DEA5-07E380332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DAF7A-8591-5F73-A4DB-AF1A58850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82F92-4579-68C0-1974-1F7FE5472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6AD7-8BA3-4696-B768-E26249AB676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D1BC8-45B4-0E55-7E76-E51FAD735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9DD8D-9E50-877F-3EFA-14400890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DB72-A146-48BD-8769-83D79814C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66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9E0C-EF60-2B0A-A7E1-0FD99C906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67C73-8635-517C-BF5C-C6271E0D6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3727A-794F-D175-A40F-319315BBB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6AD7-8BA3-4696-B768-E26249AB676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7EC49-36BC-15C8-7024-09FB3DCE0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CDFF7-A29C-93F5-0157-840368C98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DB72-A146-48BD-8769-83D79814C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468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79BFF-43AD-97F7-CC0E-D3FAFE6D8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0B738-EBAC-503F-8729-A654DC613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5838C-873A-DC10-867D-B1CD28217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3A588-A846-EF3B-AA51-D4CAEDF18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6AD7-8BA3-4696-B768-E26249AB676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67F81-1601-F663-F762-220D4CD58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988F8-681A-4158-5CF4-4B74B25D7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DB72-A146-48BD-8769-83D79814C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20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26BA-8516-EE9F-57DB-FB5CF9CB2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38E44-25E2-CE52-6F47-C56E151BE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11A23-D823-E983-D771-F7B63448C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35A116-597C-3B74-B4D1-294637E87A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62F345-74B6-34D2-03C8-5E9D0BC37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73F38D-B9C3-F28B-48E3-9B9687DDD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6AD7-8BA3-4696-B768-E26249AB676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098B70-5D73-95C2-A637-66004C019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6898D-9ACA-9254-FBF8-527FE4BE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DB72-A146-48BD-8769-83D79814C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22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860BC-0F31-4BC1-8085-407E1486B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AEBA01-A841-2AE0-85F2-BFA291BBB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6AD7-8BA3-4696-B768-E26249AB676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81CD20-FB53-22DB-C782-41547280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A1F5B-8BC5-7FFB-459F-8E4381B7C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DB72-A146-48BD-8769-83D79814C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246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6F5A08-4EA4-6CFA-DDEF-799A9C607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6AD7-8BA3-4696-B768-E26249AB676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0A2E79-DB1F-FE89-22B6-C25B319DB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478A1-B499-2B69-8017-66CD990B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DB72-A146-48BD-8769-83D79814C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56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5014C-8A98-C99B-4344-64C0BBFC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79D0A-320A-8E10-800A-1399242B4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0F4F4-44DF-8ABC-AB46-510665F49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7263B-E4A4-DF0D-6F96-094A9C89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6AD7-8BA3-4696-B768-E26249AB676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97175-FBA3-92EF-9A09-9CA52FB10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C7822-8BEC-0EBD-4E5B-AD697124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DB72-A146-48BD-8769-83D79814C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967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4736E-86BB-E74B-9D62-F605A54EB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5DBFB9-D45C-AFA1-0CB0-4258D42C7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189F3-2AA4-A5EA-51C8-B3FB87ADD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30A9A-DAF2-F3D9-45F5-118B29FD1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6AD7-8BA3-4696-B768-E26249AB676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98E6D-2F93-E581-DB31-ACE1453A2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432C4-069F-164B-8850-58D9E3E76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DB72-A146-48BD-8769-83D79814C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5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B81B-83F6-200A-016C-F77F4E354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8449C-9673-05C6-423A-6612686EE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1E32A-7C2C-3451-A668-1808EFC7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6AD7-8BA3-4696-B768-E26249AB676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CBA69-6212-9C00-06B5-624DFF40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4BE23-5FB6-652E-3C54-ACC96C05A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DB72-A146-48BD-8769-83D79814C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07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109F9-2A09-C72D-AF14-DDCB7210C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B518B1-2B8E-D454-EAE5-EBBC25368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C1ABB-2325-6FE9-FFBE-C2602B396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66AD7-8BA3-4696-B768-E26249AB676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13FF-9047-94B8-53F7-95D8DCBBC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F905E-7F73-40B0-A15D-AEE59856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2DB72-A146-48BD-8769-83D79814C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6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EA01AF-4033-BCC0-F604-920CA17A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D441B-0BDC-E446-723C-760A9D37F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36FB6-B406-1B52-CA15-C2EB89F67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66AD7-8BA3-4696-B768-E26249AB676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E756F-B65E-A214-BE36-947BE4186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7472A-6D74-2619-5F66-32888584B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2DB72-A146-48BD-8769-83D79814C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699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F221A94-AE43-DDF0-6D83-EED2CCB18037}"/>
              </a:ext>
            </a:extLst>
          </p:cNvPr>
          <p:cNvGrpSpPr/>
          <p:nvPr/>
        </p:nvGrpSpPr>
        <p:grpSpPr>
          <a:xfrm>
            <a:off x="1926337" y="1225568"/>
            <a:ext cx="3960000" cy="4708981"/>
            <a:chOff x="1926337" y="1225568"/>
            <a:chExt cx="3960000" cy="470898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938CFDF-6F4A-426C-4876-6FE2DF2D12CE}"/>
                </a:ext>
              </a:extLst>
            </p:cNvPr>
            <p:cNvSpPr/>
            <p:nvPr/>
          </p:nvSpPr>
          <p:spPr>
            <a:xfrm>
              <a:off x="1926337" y="1668308"/>
              <a:ext cx="3960000" cy="3960000"/>
            </a:xfrm>
            <a:prstGeom prst="roundRect">
              <a:avLst/>
            </a:prstGeom>
            <a:gradFill>
              <a:gsLst>
                <a:gs pos="100000">
                  <a:srgbClr val="7150DC"/>
                </a:gs>
                <a:gs pos="0">
                  <a:srgbClr val="2700B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53E5A2-E8EA-DF42-48FB-6CA0459A1E17}"/>
                </a:ext>
              </a:extLst>
            </p:cNvPr>
            <p:cNvSpPr txBox="1"/>
            <p:nvPr/>
          </p:nvSpPr>
          <p:spPr>
            <a:xfrm>
              <a:off x="2876297" y="1225568"/>
              <a:ext cx="1615440" cy="4708981"/>
            </a:xfrm>
            <a:prstGeom prst="rect">
              <a:avLst/>
            </a:prstGeom>
            <a:noFill/>
            <a:effectLst>
              <a:outerShdw blurRad="762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zh-CN" sz="30000">
                  <a:solidFill>
                    <a:schemeClr val="bg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Concert One" pitchFamily="2" charset="0"/>
                </a:rPr>
                <a:t>S</a:t>
              </a:r>
              <a:endParaRPr lang="zh-CN" altLang="en-US" sz="30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cert One" pitchFamily="2" charset="0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FDF760-A3DB-8984-B773-6EC62F31329E}"/>
              </a:ext>
            </a:extLst>
          </p:cNvPr>
          <p:cNvSpPr/>
          <p:nvPr/>
        </p:nvSpPr>
        <p:spPr>
          <a:xfrm>
            <a:off x="7781544" y="1119668"/>
            <a:ext cx="3960000" cy="3960000"/>
          </a:xfrm>
          <a:prstGeom prst="roundRect">
            <a:avLst/>
          </a:prstGeom>
          <a:gradFill>
            <a:gsLst>
              <a:gs pos="95000">
                <a:srgbClr val="7150DC"/>
              </a:gs>
              <a:gs pos="575">
                <a:srgbClr val="180070"/>
              </a:gs>
              <a:gs pos="26000">
                <a:srgbClr val="2700B8"/>
              </a:gs>
              <a:gs pos="100000">
                <a:srgbClr val="A088E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549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Concert One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Huang Robert</dc:creator>
  <cp:lastModifiedBy>Huang Robert</cp:lastModifiedBy>
  <cp:revision>5</cp:revision>
  <dcterms:created xsi:type="dcterms:W3CDTF">2023-07-15T14:48:55Z</dcterms:created>
  <dcterms:modified xsi:type="dcterms:W3CDTF">2023-07-15T16:41:05Z</dcterms:modified>
</cp:coreProperties>
</file>